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Student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Project Presentation — Built with IBM 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A simple, data-driven dashboard for managing student marks and understanding academic performance.</a:t>
            </a:r>
          </a:p>
          <a:p>
            <a:pPr algn="ctr">
              <a:defRPr sz="1800"/>
            </a:pPr>
            <a:r>
              <a:t>Implementation Plan • Features • Architecture • Validation •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Student Performance Dashboard helps organize student academic records in one place.</a:t>
            </a:r>
          </a:p>
          <a:p>
            <a:pPr>
              <a:spcAft>
                <a:spcPts val="1000"/>
              </a:spcAft>
              <a:defRPr sz="2000"/>
            </a:pPr>
            <a:r>
              <a:t>It calculates marks, percentage, grades, and class-level statistics automatically.</a:t>
            </a:r>
          </a:p>
          <a:p>
            <a:pPr>
              <a:spcAft>
                <a:spcPts val="1000"/>
              </a:spcAft>
              <a:defRPr sz="2000"/>
            </a:pPr>
            <a:r>
              <a:t>The dashboard provides filters and performance views to make student data easier to understand.</a:t>
            </a:r>
          </a:p>
          <a:p>
            <a:pPr>
              <a:spcAft>
                <a:spcPts val="1000"/>
              </a:spcAft>
              <a:defRPr sz="2000"/>
            </a:pPr>
            <a:r>
              <a:t>The project was implemented with support from IBM Bob, while keeping the application simple and modular.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marks can be difficult to manage when records are kept manually.</a:t>
            </a:r>
          </a:p>
          <a:p>
            <a:pPr>
              <a:spcAft>
                <a:spcPts val="1000"/>
              </a:spcAft>
              <a:defRPr sz="2000"/>
            </a:pPr>
            <a:r>
              <a:t>Teachers/students need quick access to totals, percentages, grades, and performance flags.</a:t>
            </a:r>
          </a:p>
          <a:p>
            <a:pPr>
              <a:spcAft>
                <a:spcPts val="1000"/>
              </a:spcAft>
              <a:defRPr sz="2000"/>
            </a:pPr>
            <a:r>
              <a:t>Manual calculations can introduce errors and take unnecessary time.</a:t>
            </a:r>
          </a:p>
          <a:p>
            <a:pPr>
              <a:spcAft>
                <a:spcPts val="1000"/>
              </a:spcAft>
              <a:defRPr sz="2000"/>
            </a:pPr>
            <a:r>
              <a:t>A dashboard can centralize the information and present useful summaries clearly.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Store student and subject information in a structured format.</a:t>
            </a:r>
          </a:p>
          <a:p>
            <a:pPr>
              <a:spcAft>
                <a:spcPts val="1000"/>
              </a:spcAft>
              <a:defRPr sz="2000"/>
            </a:pPr>
            <a:r>
              <a:t>Validate inputs before saving records.</a:t>
            </a:r>
          </a:p>
          <a:p>
            <a:pPr>
              <a:spcAft>
                <a:spcPts val="1000"/>
              </a:spcAft>
              <a:defRPr sz="2000"/>
            </a:pPr>
            <a:r>
              <a:t>Automatically calculate academic results.</a:t>
            </a:r>
          </a:p>
          <a:p>
            <a:pPr>
              <a:spcAft>
                <a:spcPts val="1000"/>
              </a:spcAft>
              <a:defRPr sz="2000"/>
            </a:pPr>
            <a:r>
              <a:t>Provide an overview dashboard with useful metrics and alerts.</a:t>
            </a:r>
          </a:p>
          <a:p>
            <a:pPr>
              <a:spcAft>
                <a:spcPts val="1000"/>
              </a:spcAft>
              <a:defRPr sz="2000"/>
            </a:pPr>
            <a:r>
              <a:t>Allow users to view, filter, and inspect individual student performance.</a:t>
            </a:r>
          </a:p>
          <a:p>
            <a:pPr>
              <a:spcAft>
                <a:spcPts val="1000"/>
              </a:spcAft>
              <a:defRPr sz="2000"/>
            </a:pPr>
            <a:r>
              <a:t>Keep business logic separate from the Streamlit user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Student Management</a:t>
            </a:r>
          </a:p>
          <a:p>
            <a:pPr>
              <a:defRPr sz="1400"/>
            </a:pPr>
            <a:r>
              <a:t>Add students and enter marks for multiple subjects.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Result Calculation</a:t>
            </a:r>
          </a:p>
          <a:p>
            <a:pPr>
              <a:defRPr sz="1400"/>
            </a:pPr>
            <a:r>
              <a:t>Marks → total → percentage → grade.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53035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Dashboard Overview</a:t>
            </a:r>
          </a:p>
          <a:p>
            <a:pPr>
              <a:defRPr sz="1400"/>
            </a:pPr>
            <a:r>
              <a:t>Metrics, summaries, and performance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30352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Filtering &amp; Analysis</a:t>
            </a:r>
          </a:p>
          <a:p>
            <a:pPr>
              <a:defRPr sz="1400"/>
            </a:pPr>
            <a:r>
              <a:t>Filter students by subject, grade, or performance flag.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— core programming language</a:t>
            </a:r>
          </a:p>
          <a:p>
            <a:pPr>
              <a:spcAft>
                <a:spcPts val="1000"/>
              </a:spcAft>
              <a:defRPr sz="2000"/>
            </a:pPr>
            <a:r>
              <a:t>Streamlit — interactive web dashboard and UI</a:t>
            </a:r>
          </a:p>
          <a:p>
            <a:pPr>
              <a:spcAft>
                <a:spcPts val="1000"/>
              </a:spcAft>
              <a:defRPr sz="2000"/>
            </a:pPr>
            <a:r>
              <a:t>Dataclasses — structured Student and Subject models</a:t>
            </a:r>
          </a:p>
          <a:p>
            <a:pPr>
              <a:spcAft>
                <a:spcPts val="1000"/>
              </a:spcAft>
              <a:defRPr sz="2000"/>
            </a:pPr>
            <a:r>
              <a:t>JSON — lightweight local data storage</a:t>
            </a:r>
          </a:p>
          <a:p>
            <a:pPr>
              <a:spcAft>
                <a:spcPts val="1000"/>
              </a:spcAft>
              <a:defRPr sz="2000"/>
            </a:pPr>
            <a:r>
              <a:t>Pytest — automated testing</a:t>
            </a:r>
          </a:p>
          <a:p>
            <a:pPr>
              <a:spcAft>
                <a:spcPts val="1000"/>
              </a:spcAft>
              <a:defRPr sz="2000"/>
            </a:pPr>
            <a:r>
              <a:t>IBM Bob — used to support the development/implementation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app.py — Streamlit entry point and sidebar navigation</a:t>
            </a:r>
          </a:p>
          <a:p>
            <a:pPr>
              <a:spcAft>
                <a:spcPts val="1000"/>
              </a:spcAft>
              <a:defRPr sz="1800"/>
            </a:pPr>
            <a:r>
              <a:t>core/ — business logic and data handling</a:t>
            </a:r>
          </a:p>
          <a:p>
            <a:pPr lvl="1">
              <a:spcAft>
                <a:spcPts val="1000"/>
              </a:spcAft>
              <a:defRPr sz="1600"/>
            </a:pPr>
            <a:r>
              <a:t>models.py — Student and Subject dataclasses</a:t>
            </a:r>
          </a:p>
          <a:p>
            <a:pPr lvl="1">
              <a:spcAft>
                <a:spcPts val="1000"/>
              </a:spcAft>
              <a:defRPr sz="1600"/>
            </a:pPr>
            <a:r>
              <a:t>calculator.py — marks, percentage, grade, and class statistics</a:t>
            </a:r>
          </a:p>
          <a:p>
            <a:pPr lvl="1">
              <a:spcAft>
                <a:spcPts val="1000"/>
              </a:spcAft>
              <a:defRPr sz="1600"/>
            </a:pPr>
            <a:r>
              <a:t>validator.py — input validation rules</a:t>
            </a:r>
          </a:p>
          <a:p>
            <a:pPr lvl="1">
              <a:spcAft>
                <a:spcPts val="1000"/>
              </a:spcAft>
              <a:defRPr sz="1600"/>
            </a:pPr>
            <a:r>
              <a:t>data_manager.py — JSON read/write operations</a:t>
            </a:r>
          </a:p>
          <a:p>
            <a:pPr>
              <a:spcAft>
                <a:spcPts val="1000"/>
              </a:spcAft>
              <a:defRPr sz="1800"/>
            </a:pPr>
            <a:r>
              <a:t>ui/ — Streamlit pages for dashboard, student entry, student list, and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User enters student and subject details.</a:t>
            </a:r>
          </a:p>
          <a:p>
            <a:pPr>
              <a:spcAft>
                <a:spcPts val="1000"/>
              </a:spcAft>
              <a:defRPr sz="2000"/>
            </a:pPr>
            <a:r>
              <a:t>2. Validator checks required fields and mark ranges.</a:t>
            </a:r>
          </a:p>
          <a:p>
            <a:pPr>
              <a:spcAft>
                <a:spcPts val="1000"/>
              </a:spcAft>
              <a:defRPr sz="2000"/>
            </a:pPr>
            <a:r>
              <a:t>3. Calculator processes marks and derives percentage/grade.</a:t>
            </a:r>
          </a:p>
          <a:p>
            <a:pPr>
              <a:spcAft>
                <a:spcPts val="1000"/>
              </a:spcAft>
              <a:defRPr sz="2000"/>
            </a:pPr>
            <a:r>
              <a:t>4. Data manager stores the validated record in JSON.</a:t>
            </a:r>
          </a:p>
          <a:p>
            <a:pPr>
              <a:spcAft>
                <a:spcPts val="1000"/>
              </a:spcAft>
              <a:defRPr sz="2000"/>
            </a:pPr>
            <a:r>
              <a:t>5. Dashboard pages read the data and present metrics, tables, filters, and performance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Overview — key metrics, summaries, and alerts.</a:t>
            </a:r>
          </a:p>
          <a:p>
            <a:pPr>
              <a:spcAft>
                <a:spcPts val="1000"/>
              </a:spcAft>
              <a:defRPr sz="2000"/>
            </a:pPr>
            <a:r>
              <a:t>Add Student — dynamic form for entering students and multiple subjects.</a:t>
            </a:r>
          </a:p>
          <a:p>
            <a:pPr>
              <a:spcAft>
                <a:spcPts val="1000"/>
              </a:spcAft>
              <a:defRPr sz="2000"/>
            </a:pPr>
            <a:r>
              <a:t>View Students — table view with subject, grade, and performance filters.</a:t>
            </a:r>
          </a:p>
          <a:p>
            <a:pPr>
              <a:spcAft>
                <a:spcPts val="1000"/>
              </a:spcAft>
              <a:defRPr sz="2000"/>
            </a:pPr>
            <a:r>
              <a:t>Performance — detailed subject-wise breakdown for an individual student.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 &amp; Business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and subject fields are checked before records are accepted.</a:t>
            </a:r>
          </a:p>
          <a:p>
            <a:pPr>
              <a:spcAft>
                <a:spcPts val="1000"/>
              </a:spcAft>
              <a:defRPr sz="2000"/>
            </a:pPr>
            <a:r>
              <a:t>Marks are validated against the allowed range.</a:t>
            </a:r>
          </a:p>
          <a:p>
            <a:pPr>
              <a:spcAft>
                <a:spcPts val="1000"/>
              </a:spcAft>
              <a:defRPr sz="2000"/>
            </a:pPr>
            <a:r>
              <a:t>Required values cannot be empty or invalid.</a:t>
            </a:r>
          </a:p>
          <a:p>
            <a:pPr>
              <a:spcAft>
                <a:spcPts val="1000"/>
              </a:spcAft>
              <a:defRPr sz="2000"/>
            </a:pPr>
            <a:r>
              <a:t>Grade and percentage calculations follow defined rules in the calculator module.</a:t>
            </a:r>
          </a:p>
          <a:p>
            <a:pPr>
              <a:spcAft>
                <a:spcPts val="1000"/>
              </a:spcAft>
              <a:defRPr sz="2000"/>
            </a:pPr>
            <a:r>
              <a:t>Validation is kept separate from the UI so the same rules can be tested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Unit tests cover calculations, validation, models, and data-management logic.</a:t>
            </a:r>
          </a:p>
          <a:p>
            <a:pPr>
              <a:spcAft>
                <a:spcPts val="1000"/>
              </a:spcAft>
              <a:defRPr sz="2000"/>
            </a:pPr>
            <a:r>
              <a:t>Integration-style checks verify that modules work together correctly.</a:t>
            </a:r>
          </a:p>
          <a:p>
            <a:pPr>
              <a:spcAft>
                <a:spcPts val="1000"/>
              </a:spcAft>
              <a:defRPr sz="2000"/>
            </a:pPr>
            <a:r>
              <a:t>Edge cases are tested to reduce failures from invalid or unusual input.</a:t>
            </a:r>
          </a:p>
          <a:p>
            <a:pPr>
              <a:spcAft>
                <a:spcPts val="1000"/>
              </a:spcAft>
              <a:defRPr sz="2000"/>
            </a:pPr>
            <a:r>
              <a:t>The completed test suite reported 114/114 tests passing with zero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Open the dashboard.</a:t>
            </a:r>
          </a:p>
          <a:p>
            <a:pPr>
              <a:spcAft>
                <a:spcPts val="1000"/>
              </a:spcAft>
              <a:defRPr sz="2000"/>
            </a:pPr>
            <a:r>
              <a:t>Go to Add Student and enter student details.</a:t>
            </a:r>
          </a:p>
          <a:p>
            <a:pPr>
              <a:spcAft>
                <a:spcPts val="1000"/>
              </a:spcAft>
              <a:defRPr sz="2000"/>
            </a:pPr>
            <a:r>
              <a:t>Add subjects and their marks.</a:t>
            </a:r>
          </a:p>
          <a:p>
            <a:pPr>
              <a:spcAft>
                <a:spcPts val="1000"/>
              </a:spcAft>
              <a:defRPr sz="2000"/>
            </a:pPr>
            <a:r>
              <a:t>Submit the record after validation.</a:t>
            </a:r>
          </a:p>
          <a:p>
            <a:pPr>
              <a:spcAft>
                <a:spcPts val="1000"/>
              </a:spcAft>
              <a:defRPr sz="2000"/>
            </a:pPr>
            <a:r>
              <a:t>Open Overview to see updated statistics.</a:t>
            </a:r>
          </a:p>
          <a:p>
            <a:pPr>
              <a:spcAft>
                <a:spcPts val="1000"/>
              </a:spcAft>
              <a:defRPr sz="2000"/>
            </a:pPr>
            <a:r>
              <a:t>Use View Students to filter records.</a:t>
            </a:r>
          </a:p>
          <a:p>
            <a:pPr>
              <a:spcAft>
                <a:spcPts val="1000"/>
              </a:spcAft>
              <a:defRPr sz="2000"/>
            </a:pPr>
            <a:r>
              <a:t>Open Performance to inspect subject-wise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Role of IBM Bob in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IBM Bob was used as a development assistant during the implementation workflow.</a:t>
            </a:r>
          </a:p>
          <a:p>
            <a:pPr>
              <a:spcAft>
                <a:spcPts val="1000"/>
              </a:spcAft>
              <a:defRPr sz="2000"/>
            </a:pPr>
            <a:r>
              <a:t>It helped structure the project into clear modules and features.</a:t>
            </a:r>
          </a:p>
          <a:p>
            <a:pPr>
              <a:spcAft>
                <a:spcPts val="1000"/>
              </a:spcAft>
              <a:defRPr sz="2000"/>
            </a:pPr>
            <a:r>
              <a:t>The development approach emphasized small, testable components.</a:t>
            </a:r>
          </a:p>
          <a:p>
            <a:pPr>
              <a:spcAft>
                <a:spcPts val="1000"/>
              </a:spcAft>
              <a:defRPr sz="2000"/>
            </a:pPr>
            <a:r>
              <a:t>The final application remains a Python + Streamlit project with lightweight local storage.</a:t>
            </a:r>
          </a:p>
          <a:p>
            <a:pPr>
              <a:spcAft>
                <a:spcPts val="1000"/>
              </a:spcAft>
              <a:defRPr sz="2000"/>
            </a:pPr>
            <a:r>
              <a:t>The project can be explained as: problem → design → implementation → validation → testing.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Centralized student performance information.</a:t>
            </a:r>
          </a:p>
          <a:p>
            <a:pPr>
              <a:spcAft>
                <a:spcPts val="1000"/>
              </a:spcAft>
              <a:defRPr sz="2000"/>
            </a:pPr>
            <a:r>
              <a:t>Faster and more consistent academic calculations.</a:t>
            </a:r>
          </a:p>
          <a:p>
            <a:pPr>
              <a:spcAft>
                <a:spcPts val="1000"/>
              </a:spcAft>
              <a:defRPr sz="2000"/>
            </a:pPr>
            <a:r>
              <a:t>Clear dashboard views for understanding results.</a:t>
            </a:r>
          </a:p>
          <a:p>
            <a:pPr>
              <a:spcAft>
                <a:spcPts val="1000"/>
              </a:spcAft>
              <a:defRPr sz="2000"/>
            </a:pPr>
            <a:r>
              <a:t>Filtering makes it easier to find specific performance patterns.</a:t>
            </a:r>
          </a:p>
          <a:p>
            <a:pPr>
              <a:spcAft>
                <a:spcPts val="1000"/>
              </a:spcAft>
              <a:defRPr sz="2000"/>
            </a:pPr>
            <a:r>
              <a:t>Modular design makes the project easier to maintain and extend.</a:t>
            </a:r>
          </a:p>
          <a:p>
            <a:pPr>
              <a:spcAft>
                <a:spcPts val="1000"/>
              </a:spcAft>
              <a:defRPr sz="2000"/>
            </a:pPr>
            <a:r>
              <a:t>Automated tests provide confidence in the implemented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Student Performance Dashboard demonstrates how Python and Streamlit can be used to build a practical academic application.</a:t>
            </a:r>
          </a:p>
          <a:p>
            <a:pPr>
              <a:spcAft>
                <a:spcPts val="1000"/>
              </a:spcAft>
              <a:defRPr sz="2000"/>
            </a:pPr>
            <a:r>
              <a:t>The current version focuses on core student records, calculations, validation, visualization, and testing.</a:t>
            </a:r>
          </a:p>
          <a:p>
            <a:pPr>
              <a:spcAft>
                <a:spcPts val="1000"/>
              </a:spcAft>
              <a:defRPr sz="2000"/>
            </a:pPr>
            <a:r>
              <a:t>Future scope: database storage, authentication, exportable reports, charts, attendance, and deployment.</a:t>
            </a:r>
          </a:p>
          <a:p>
            <a:pPr>
              <a:spcAft>
                <a:spcPts val="1000"/>
              </a:spcAft>
              <a:defRPr sz="2000"/>
            </a:pPr>
            <a: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